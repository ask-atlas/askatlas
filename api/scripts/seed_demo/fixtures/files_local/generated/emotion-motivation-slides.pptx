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Emotion and Motivation: Theories from James-Lange to Maslow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Emotion and Motivation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four theories of emotion and two theories of motivation. Goal: know the </a:t>
            </a:r>
            <a:r>
              <a:rPr b="1"/>
              <a:t>order of events</a:t>
            </a:r>
            <a:r>
              <a:rPr/>
              <a:t> each theory posits and the </a:t>
            </a:r>
            <a:r>
              <a:rPr b="1"/>
              <a:t>evidence</a:t>
            </a:r>
            <a:r>
              <a:rPr/>
              <a:t> that distinguishes them.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What Is an Emotion?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components, per Paul Ekman (1992): - Physiological arousal (heart rate, adrenaline) - Expressive behavior (facial expression, posture) - Conscious experience (the feeling)</a:t>
            </a:r>
          </a:p>
          <a:p>
            <a:pPr lvl="0" indent="0" marL="0">
              <a:buNone/>
            </a:pPr>
            <a:r>
              <a:rPr/>
              <a:t>Theories disagree on which comes first.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James-Lange Theory (1884 / 1885)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William James (</a:t>
            </a:r>
            <a:r>
              <a:rPr i="1"/>
              <a:t>What is an emotion?</a:t>
            </a:r>
            <a:r>
              <a:rPr/>
              <a:t>, 1884) and Carl Lange independently: </a:t>
            </a:r>
            <a:r>
              <a:rPr b="1"/>
              <a:t>we feel afraid because we run</a:t>
            </a:r>
            <a:r>
              <a:rPr/>
              <a:t>, not the reverse.</a:t>
            </a:r>
          </a:p>
          <a:p>
            <a:pPr lvl="0" indent="0" marL="0">
              <a:buNone/>
            </a:pPr>
            <a:r>
              <a:rPr/>
              <a:t>Order: </a:t>
            </a:r>
            <a:r>
              <a:rPr b="1"/>
              <a:t>Stimulus → Bodily response → Emotion.</a:t>
            </a:r>
          </a:p>
          <a:p>
            <a:pPr lvl="0" indent="0" marL="0">
              <a:buNone/>
            </a:pPr>
            <a:r>
              <a:rPr/>
              <a:t>Prediction: distinct emotions should have distinct bodily signatures.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Cannon-Bard Theory (1927)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Walter Cannon and Philip Bard objected: bodily responses are too slow and too similar across emotions to cause them.</a:t>
            </a:r>
          </a:p>
          <a:p>
            <a:pPr lvl="0" indent="0" marL="0">
              <a:buNone/>
            </a:pPr>
            <a:r>
              <a:rPr/>
              <a:t>Order: </a:t>
            </a:r>
            <a:r>
              <a:rPr b="1"/>
              <a:t>Stimulus → Thalamus simultaneously triggers body and cortex → Arousal and feeling together.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Evidence for Cannon-Bard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Hohmann (1966): spinal-cord-injury patients still reported emotion, though altered — arousal alone isn’t required for feeling.</a:t>
            </a:r>
          </a:p>
          <a:p>
            <a:pPr lvl="0"/>
            <a:r>
              <a:rPr/>
              <a:t>Cannon’s own work showed epinephrine injections produce arousal without a specific emotion.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Schachter-Singer Two-Factor Theory (1962)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Stanley Schachter &amp; Jerome Singer: emotion = </a:t>
            </a:r>
            <a:r>
              <a:rPr b="1"/>
              <a:t>arousal + cognitive label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Order: </a:t>
            </a:r>
            <a:r>
              <a:rPr b="1"/>
              <a:t>Stimulus → Arousal → Label based on context → Emotion.</a:t>
            </a:r>
          </a:p>
          <a:p>
            <a:pPr lvl="0" indent="0" marL="0">
              <a:buNone/>
            </a:pPr>
            <a:r>
              <a:rPr/>
              <a:t>Classic study: epinephrine-injected participants reported anger or euphoria depending on a confederate’s behavior.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Dutton &amp; Aron Bridge Study (1974)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 crossing a shaky suspension bridge rated an interviewer as more attractive than men on a stable bridge — </a:t>
            </a:r>
            <a:r>
              <a:rPr b="1"/>
              <a:t>misattribution of arousal</a:t>
            </a:r>
            <a:r>
              <a:rPr/>
              <a:t>, supporting Schachter-Singer.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Lazarus’s Appraisal Theory (1966 / 1991)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Richard Lazarus: cognitive </a:t>
            </a:r>
            <a:r>
              <a:rPr b="1"/>
              <a:t>appraisal</a:t>
            </a:r>
            <a:r>
              <a:rPr/>
              <a:t> precedes emotion. The same event (failing a test) produces different emotions depending on whether it is appraised as threat, challenge, or loss.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Theory 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 of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Signature 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James-Lange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 → Feeling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Facial-feedback (Strack 1988)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Cannon-Bard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 and Feeling together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Spinal injury (Hohmann 1966)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Schachter-Singer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 + Label → Feeling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Epinephrine study (1962)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Lazarus Appraisal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Appraisal → Feeling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Stress-response studies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Pivot: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Motivation = the forces that </a:t>
            </a:r>
            <a:r>
              <a:rPr i="1"/>
              <a:t>initiate, direct, and sustain</a:t>
            </a:r>
            <a:r>
              <a:rPr/>
              <a:t> behavior. Two big frameworks below.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Drive-Reduction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Clark Hull (1943): physiological needs create drives; behavior reduces drives and returns the organism to homeostasis.</a:t>
            </a:r>
          </a:p>
          <a:p>
            <a:pPr lvl="0" indent="0" marL="0">
              <a:buNone/>
            </a:pPr>
            <a:r>
              <a:rPr/>
              <a:t>Limitation: cannot explain curiosity, play, or why we eat when already full.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Yerkes-Dodson Law (1908)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is an </a:t>
            </a:r>
            <a:r>
              <a:rPr b="1"/>
              <a:t>inverted-U function of arousal</a:t>
            </a:r>
            <a:r>
              <a:rPr/>
              <a:t>: too little → disengagement; too much → choking. Task complexity shifts the optimum leftward.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Maslow’s Hierarchy of Needs (1943)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Abraham Maslow proposed a pyramid:</a:t>
            </a:r>
          </a:p>
          <a:p>
            <a:pPr lvl="0" indent="-342900" marL="342900">
              <a:buAutoNum type="arabicPeriod"/>
            </a:pPr>
            <a:r>
              <a:rPr/>
              <a:t>Physiological (food, water)</a:t>
            </a:r>
          </a:p>
          <a:p>
            <a:pPr lvl="0" indent="-342900" marL="342900">
              <a:buAutoNum type="arabicPeriod"/>
            </a:pPr>
            <a:r>
              <a:rPr/>
              <a:t>Safety</a:t>
            </a:r>
          </a:p>
          <a:p>
            <a:pPr lvl="0" indent="-342900" marL="342900">
              <a:buAutoNum type="arabicPeriod"/>
            </a:pPr>
            <a:r>
              <a:rPr/>
              <a:t>Belongingness &amp; love</a:t>
            </a:r>
          </a:p>
          <a:p>
            <a:pPr lvl="0" indent="-342900" marL="342900">
              <a:buAutoNum type="arabicPeriod"/>
            </a:pPr>
            <a:r>
              <a:rPr/>
              <a:t>Esteem</a:t>
            </a:r>
          </a:p>
          <a:p>
            <a:pPr lvl="0" indent="-342900" marL="342900">
              <a:buAutoNum type="arabicPeriod"/>
            </a:pPr>
            <a:r>
              <a:rPr/>
              <a:t>Self-actualization</a:t>
            </a:r>
          </a:p>
          <a:p>
            <a:pPr lvl="0" indent="0" marL="0">
              <a:buNone/>
            </a:pPr>
            <a:r>
              <a:rPr/>
              <a:t>Higher needs activate only once lower ones are satisfied. Later editions added cognitive, aesthetic, and transcendence needs.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Critiques of Maslow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Order is not strictly sequential (Wahba &amp; Bridwell, 1976).</a:t>
            </a:r>
          </a:p>
          <a:p>
            <a:pPr lvl="0"/>
            <a:r>
              <a:rPr/>
              <a:t>Culturally biased toward individualistic societies.</a:t>
            </a:r>
          </a:p>
          <a:p>
            <a:pPr lvl="0"/>
            <a:r>
              <a:rPr/>
              <a:t>Still useful as a heuristic in organizational psychology.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Self-Determination Theory (Deci &amp; Ryan, 1985)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innate needs: </a:t>
            </a:r>
            <a:r>
              <a:rPr b="1"/>
              <a:t>autonomy, competence, relatedness</a:t>
            </a:r>
            <a:r>
              <a:rPr/>
              <a:t>. Intrinsic motivation requires all three. Overjustification effect (Lepper 1973) shows extrinsic rewards can </a:t>
            </a:r>
            <a:r>
              <a:rPr i="1"/>
              <a:t>undermine</a:t>
            </a:r>
            <a:r>
              <a:rPr/>
              <a:t> intrinsic motivation.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 —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 single theory wins; each captures part of the picture.</a:t>
            </a:r>
          </a:p>
          <a:p>
            <a:pPr lvl="0"/>
            <a:r>
              <a:rPr/>
              <a:t>Emotion is physiological </a:t>
            </a:r>
            <a:r>
              <a:rPr i="1"/>
              <a:t>and</a:t>
            </a:r>
            <a:r>
              <a:rPr/>
              <a:t> cognitive.</a:t>
            </a:r>
          </a:p>
          <a:p>
            <a:pPr lvl="0"/>
            <a:r>
              <a:rPr/>
              <a:t>Motivation is needs-based </a:t>
            </a:r>
            <a:r>
              <a:rPr i="1"/>
              <a:t>and</a:t>
            </a:r>
            <a:r>
              <a:rPr/>
              <a:t> contextual.</a:t>
            </a:r>
          </a:p>
          <a:p>
            <a:pPr lvl="0"/>
            <a:r>
              <a:rPr/>
              <a:t>On the midterm: match theory → prediction → evidence.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and Motivation: Theories from James-Lange to Maslow</dc:title>
  <dc:creator/>
  <cp:keywords/>
  <dc:description>Lecture slides on classical theories of emotion (James-Lange, Cannon-Bard, Schachter-Singer) and motivation (Maslow, drive theory).</dc:description>
  <dcterms:created xsi:type="dcterms:W3CDTF">2026-04-21T03:06:30Z</dcterms:created>
  <dcterms:modified xsi:type="dcterms:W3CDTF">2026-04-21T03:06:30Z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stanford/psych1</vt:lpwstr>
  </property>
  <property fmtid="{D5CDD505-2E9C-101B-9397-08002B2CF9AE}" pid="4" name="filename">
    <vt:lpwstr>emotion-motivation-slides.pptx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stanford-psych1-emotion-motivation-slides</vt:lpwstr>
  </property>
</Properties>
</file>