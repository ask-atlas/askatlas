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Revolutions of 1848 and the Rise of Nationalism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Revolutions of 1848 and the Rise of Nationalism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HIST 105 lecture deck. A single year — 1848 — saw uprisings in more than fifty European cities. They almost all failed. Their consequences shaped the next seventy years.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The Big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old order set by the Congress of Vienna (1815) cracked in a matter of weeks: February in Paris, March in Vienna and Berlin, Milan, Venice, Budapest, Prague, Rome. By late 1849, monarchs had reasserted control almost everywhere — but liberalism and nationalism had become mass movements.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Pre-1848 Pressures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Hunger</a:t>
            </a:r>
            <a:r>
              <a:rPr/>
              <a:t>: 1845–1847 potato blight and grain failures. Irish Famine spreads anxiety westward.</a:t>
            </a:r>
          </a:p>
          <a:p>
            <a:pPr lvl="0"/>
            <a:r>
              <a:rPr b="1"/>
              <a:t>Industrial dislocation</a:t>
            </a:r>
            <a:r>
              <a:rPr/>
              <a:t>: railway boom collapse 1847, banking panic.</a:t>
            </a:r>
          </a:p>
          <a:p>
            <a:pPr lvl="0"/>
            <a:r>
              <a:rPr b="1"/>
              <a:t>Political exclusion</a:t>
            </a:r>
            <a:r>
              <a:rPr/>
              <a:t>: middle classes shut out of legislatures; guilds squeezed by free trade.</a:t>
            </a:r>
          </a:p>
          <a:p>
            <a:pPr lvl="0"/>
            <a:r>
              <a:rPr b="1"/>
              <a:t>Ideological ferment</a:t>
            </a:r>
            <a:r>
              <a:rPr/>
              <a:t>: Mill, Marx &amp; Engels (</a:t>
            </a:r>
            <a:r>
              <a:rPr i="1"/>
              <a:t>Communist Manifesto</a:t>
            </a:r>
            <a:r>
              <a:rPr/>
              <a:t>, February 1848), Mazzini.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February: Paris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King Louis-Philippe abdicates 24 February. A provisional republic proclaims universal male suffrage (9M voters overnight), national workshops (Louis Blanc), and abolishes slavery in French colonies (27 April 1848).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March: Vienna and Berlin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Metternich — architect of the Vienna system — flees Austria on 13 March. Frederick William IV of Prussia promises a constitution on 18 March after Berlin street fighting. The Habsburg empire looks like it might dissolve.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The Italian Peninsula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Milan’s Five Days (18–22 March) expel Austrian troops. Venice proclaims the Republic of San Marco. Pope Pius IX flees Rome in November; a Roman Republic is declared in February 1849 with Mazzini at its head.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The Frankfurt Parliament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pan-German assembly of 586 delegates meets in St. Paul’s Church from 18 May 1848. It drafts a liberal constitution and offers the imperial crown to Frederick William IV. He refuses it in April 1849 — a “crown from the gutter.”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Hungary: Kossuth’s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Lajos Kossuth leads the Hungarian Diet to declare independence in April 1849. Austria calls in Russian troops (Tsar Nicholas I obliges). Hungary surrenders at Világos, 13 August 1849.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The June Days in Paris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Closure of the national workshops triggers a workers’ insurrection 23–26 June 1848. General Cavaignac crushes it: ~4,000 dead, 12,000 deported. A key turning point — liberals side with order over the workers.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Why the Revolutions Failed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Split between liberal bourgeois and socialist working-class goals.</a:t>
            </a:r>
          </a:p>
          <a:p>
            <a:pPr lvl="0"/>
            <a:r>
              <a:rPr/>
              <a:t>Nationalist movements conflicted with each other (Czech vs. German, Hungarian vs. Slavic).</a:t>
            </a:r>
          </a:p>
          <a:p>
            <a:pPr lvl="0"/>
            <a:r>
              <a:rPr/>
              <a:t>Armies stayed loyal to monarchs.</a:t>
            </a:r>
          </a:p>
          <a:p>
            <a:pPr lvl="0"/>
            <a:r>
              <a:rPr/>
              <a:t>No coordinated leadership across borders.</a:t>
            </a:r>
          </a:p>
          <a:p>
            <a:pPr lvl="0"/>
            <a:r>
              <a:rPr/>
              <a:t>Peasant demands (end of feudal dues) satisfied early, removing rural support.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The Reaction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1852 Louis-Napoleon makes himself Emperor Napoleon III. Franz Joseph imposes neo-absolutism in Austria. Prussia keeps a constitution but with a three-class voting system weighted by tax payment.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What Survived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Serfdom abolished in the Habsburg lands (September 1848) — a change that stuck.</a:t>
            </a:r>
          </a:p>
          <a:p>
            <a:pPr lvl="0"/>
            <a:r>
              <a:rPr/>
              <a:t>Universal male suffrage in France (reinstated 1871).</a:t>
            </a:r>
          </a:p>
          <a:p>
            <a:pPr lvl="0"/>
            <a:r>
              <a:rPr/>
              <a:t>Jewish emancipation advanced in several German states.</a:t>
            </a:r>
          </a:p>
          <a:p>
            <a:pPr lvl="0"/>
            <a:r>
              <a:rPr/>
              <a:t>A generation of exiled revolutionaries (Marx in London, Kossuth in the US, Garibaldi in New York).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 — The Nationalism Pivot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1848, nationalism was largely a liberal cause. After 1848, it splits: liberal nationalism (Mazzini) versus </a:t>
            </a:r>
            <a:r>
              <a:rPr i="1"/>
              <a:t>realpolitik</a:t>
            </a:r>
            <a:r>
              <a:rPr/>
              <a:t> nationalism (Bismarck, Cavour) that uses the state and the army rather than the barricade.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 — Italian Unification (1859–1870)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Cavour allies with France; victories at Magenta and Solferino (1859). Garibaldi’s Thousand land in Sicily (1860). Kingdom of Italy proclaimed 17 March 1861. Rome incorporated 1870.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 — German Unification (1864–1871)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Bismarck engineers three wars: Denmark (1864), Austria (1866), France (1870–71). German Empire proclaimed at Versailles 18 January 1871 — unification from above, on monarchical terms.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16 — Long Shadow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1848 was called the “turning point at which modern history failed to turn” (A.J.P. Taylor). The liberal constitutional moment lost; the national state won. Both legacies run through 1914.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17 — Discussion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Were the revolutions of 1848 failures or preconditions for later change? Why did nationalism outlast liberalism as a mobilizing force in nineteenth-century Europe?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Revolutions of 1848 and the Rise of Nationalism</dc:title>
  <dc:creator/>
  <cp:keywords/>
  <dc:description>Lecture deck on the 1848 European revolutions, their causes, defeats, and legacy for nineteenth-century nationalism.</dc:description>
  <dcterms:created xsi:type="dcterms:W3CDTF">2026-04-21T03:06:42Z</dcterms:created>
  <dcterms:modified xsi:type="dcterms:W3CDTF">2026-04-21T03:06:42Z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_role">
    <vt:lpwstr>bot</vt:lpwstr>
  </property>
  <property fmtid="{D5CDD505-2E9C-101B-9397-08002B2CF9AE}" pid="3" name="course">
    <vt:lpwstr>wsu/hist105</vt:lpwstr>
  </property>
  <property fmtid="{D5CDD505-2E9C-101B-9397-08002B2CF9AE}" pid="4" name="filename">
    <vt:lpwstr>revolutions-1848-slides.pptx</vt:lpwstr>
  </property>
  <property fmtid="{D5CDD505-2E9C-101B-9397-08002B2CF9AE}" pid="5" name="mime">
    <vt:lpwstr>application/vnd.openxmlformats-officedocument.presentationml.presentation</vt:lpwstr>
  </property>
  <property fmtid="{D5CDD505-2E9C-101B-9397-08002B2CF9AE}" pid="6" name="slug">
    <vt:lpwstr>wsu-hist105-revolutions-1848-slides</vt:lpwstr>
  </property>
</Properties>
</file>