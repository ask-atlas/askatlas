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8" Type="http://schemas.openxmlformats.org/officeDocument/2006/relationships/viewProps" Target="viewProps.xml" /><Relationship Id="rId1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0" Type="http://schemas.openxmlformats.org/officeDocument/2006/relationships/tableStyles" Target="tableStyles.xml" /><Relationship Id="rId1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Developmental Psychology Stages — Slide Deck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Developmental Psychology: Three Stage Theories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 —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Developmental psychology asks how humans change across the lifespan. Three major stage theorists — </a:t>
            </a:r>
            <a:r>
              <a:rPr b="1"/>
              <a:t>Jean Piaget</a:t>
            </a:r>
            <a:r>
              <a:rPr/>
              <a:t>, </a:t>
            </a:r>
            <a:r>
              <a:rPr b="1"/>
              <a:t>Erik Erikson</a:t>
            </a:r>
            <a:r>
              <a:rPr/>
              <a:t>, and </a:t>
            </a:r>
            <a:r>
              <a:rPr b="1"/>
              <a:t>Lawrence Kohlberg</a:t>
            </a:r>
            <a:r>
              <a:rPr/>
              <a:t> — each proposed distinct but complementary sequences of development.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 — Piaget: Cognitive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Piaget (1936) argued children actively construct knowledge through </a:t>
            </a:r>
            <a:r>
              <a:rPr b="1"/>
              <a:t>schemas</a:t>
            </a:r>
            <a:r>
              <a:rPr/>
              <a:t>, modified by </a:t>
            </a:r>
            <a:r>
              <a:rPr b="1"/>
              <a:t>assimilation</a:t>
            </a:r>
            <a:r>
              <a:rPr/>
              <a:t> (fitting new info into existing schemas) and </a:t>
            </a:r>
            <a:r>
              <a:rPr b="1"/>
              <a:t>accommodation</a:t>
            </a:r>
            <a:r>
              <a:rPr/>
              <a:t> (revising schemas for new info). Disequilibrium drives learning.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 — Piaget’s Four Stages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Key Feature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Sensorimotor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0–2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Learns via senses; </a:t>
                      </a:r>
                      <a:r>
                        <a:rPr b="1"/>
                        <a:t>object permanence</a:t>
                      </a:r>
                      <a:r>
                        <a:rPr/>
                        <a:t> emerges ~8 months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Preoperational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2–7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Symbolic thought; egocentrism; lacks </a:t>
                      </a:r>
                      <a:r>
                        <a:rPr b="1"/>
                        <a:t>conservation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Concrete Operational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7–11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Logical operations on concrete objects; conservation achieved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Formal Operational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Abstract and hypothetical reasoning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4 — Piaget: 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Conservation</a:t>
            </a:r>
            <a:r>
              <a:rPr/>
              <a:t>: understanding that quantity persists despite changes in appearance</a:t>
            </a:r>
          </a:p>
          <a:p>
            <a:pPr lvl="0"/>
            <a:r>
              <a:rPr b="1"/>
              <a:t>Egocentrism</a:t>
            </a:r>
            <a:r>
              <a:rPr/>
              <a:t>: inability to take another’s perspective (three-mountains task)</a:t>
            </a:r>
          </a:p>
          <a:p>
            <a:pPr lvl="0"/>
            <a:r>
              <a:rPr b="1"/>
              <a:t>Theory of mind</a:t>
            </a:r>
            <a:r>
              <a:rPr/>
              <a:t>: develops around age 4 (false-belief task)</a:t>
            </a:r>
          </a:p>
          <a:p>
            <a:pPr lvl="0"/>
            <a:r>
              <a:rPr b="1"/>
              <a:t>Critiques</a:t>
            </a:r>
            <a:r>
              <a:rPr/>
              <a:t>: stage transitions are more gradual and domain-specific than Piaget claimed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5 — Erikson: Psychosocial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Erikson (1950) expanded Freud’s theory to span the entire lifespan. Each stage presents a </a:t>
            </a:r>
            <a:r>
              <a:rPr b="1"/>
              <a:t>psychosocial crisis</a:t>
            </a:r>
            <a:r>
              <a:rPr/>
              <a:t>: success yields a virtue; failure produces maladjustment.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6 — Erikson’s Eight Stages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Crisis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Virtue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0–1.5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Trust vs. Mistrust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Hope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1.5–3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Autonomy vs. Shame/Doubt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3–5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Initiative vs. Guilt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Purpose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5–12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Industry vs. Inferiority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Competence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12–18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Identity vs. Role Confusion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Fidelity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18–40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Intimacy vs. Isolation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Love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40–65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Generativity vs. Stagnation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Care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65+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Integrity vs. Despair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Wisdom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7 — Erikson: Identity 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Adolescence (Stage 5) is pivotal. Marcia (1966) expanded this stage into four </a:t>
            </a:r>
            <a:r>
              <a:rPr b="1"/>
              <a:t>identity statuses</a:t>
            </a:r>
            <a:r>
              <a:rPr/>
              <a:t>: diffusion, foreclosure, moratorium, and achievement — based on whether a person has explored and committed.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8 — Kohlberg: Moral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Kohlberg (1958) studied moral reasoning using dilemmas like the </a:t>
            </a:r>
            <a:r>
              <a:rPr b="1"/>
              <a:t>Heinz dilemma</a:t>
            </a:r>
            <a:r>
              <a:rPr/>
              <a:t> (steal to save spouse?). He proposed three levels with two stages each.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9 — Kohlberg’s Three Levels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Reasoning Focus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Preconventional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 Punishment-obedience; 2. Instrumental exchange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Self-interest, consequences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Conventional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3. Good boy/girl; 4. Law and order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Social approval, rules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Postconventional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5. Social contract; 6. Universal principles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Abstract ethics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10 — Kohlberg: Critiques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Gilligan (1982)</a:t>
            </a:r>
            <a:r>
              <a:rPr/>
              <a:t>: Kohlberg’s model favors a male “justice orientation” over a female “care orientation”</a:t>
            </a:r>
          </a:p>
          <a:p>
            <a:pPr lvl="0"/>
            <a:r>
              <a:rPr b="1"/>
              <a:t>Cultural bias</a:t>
            </a:r>
            <a:r>
              <a:rPr/>
              <a:t>: postconventional reasoning reflects Western individualist values</a:t>
            </a:r>
          </a:p>
          <a:p>
            <a:pPr lvl="0"/>
            <a:r>
              <a:rPr b="1"/>
              <a:t>Reasoning vs. behavior</a:t>
            </a:r>
            <a:r>
              <a:rPr/>
              <a:t>: knowing what is right does not guarantee acting rightly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11 — Comparing All Three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All three theories are </a:t>
            </a:r>
            <a:r>
              <a:rPr b="1"/>
              <a:t>stage theories</a:t>
            </a:r>
            <a:r>
              <a:rPr/>
              <a:t>: invariant, universal, and hierarchical sequences. Piaget focuses on </a:t>
            </a:r>
            <a:r>
              <a:rPr b="1"/>
              <a:t>cognition</a:t>
            </a:r>
            <a:r>
              <a:rPr/>
              <a:t>, Erikson on </a:t>
            </a:r>
            <a:r>
              <a:rPr b="1"/>
              <a:t>social-emotional</a:t>
            </a:r>
            <a:r>
              <a:rPr/>
              <a:t> growth, and Kohlberg on </a:t>
            </a:r>
            <a:r>
              <a:rPr b="1"/>
              <a:t>moral reasoning</a:t>
            </a:r>
            <a:r>
              <a:rPr/>
              <a:t>. They complement rather than compete.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12 — Modern Extensions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Vygotsky</a:t>
            </a:r>
            <a:r>
              <a:rPr/>
              <a:t>: social and cultural context shapes cognition via the </a:t>
            </a:r>
            <a:r>
              <a:rPr b="1"/>
              <a:t>zone of proximal development</a:t>
            </a:r>
          </a:p>
          <a:p>
            <a:pPr lvl="0"/>
            <a:r>
              <a:rPr b="1"/>
              <a:t>Information-processing theorists</a:t>
            </a:r>
            <a:r>
              <a:rPr/>
              <a:t>: gradual, continuous change rather than stages</a:t>
            </a:r>
          </a:p>
          <a:p>
            <a:pPr lvl="0"/>
            <a:r>
              <a:rPr b="1"/>
              <a:t>Life-span developmentalists</a:t>
            </a:r>
            <a:r>
              <a:rPr/>
              <a:t> (Baltes): development continues with gains and losses throughout life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13 — Exam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Know (a) the order of stages, (b) the defining crisis or task, and (c) one classic experiment for each theorist. Be ready to apply stages to a short case vignette.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Developmental Psychology Stages — Slide Deck</dc:title>
  <dc:creator/>
  <cp:keywords/>
  <dc:description>Slide deck comparing Piaget’s cognitive stages, Erikson’s psychosocial stages, and Kohlberg’s moral stages.</dc:description>
  <dcterms:created xsi:type="dcterms:W3CDTF">2026-04-21T02:49:45Z</dcterms:created>
  <dcterms:modified xsi:type="dcterms:W3CDTF">2026-04-21T02:49:45Z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_role">
    <vt:lpwstr>bot</vt:lpwstr>
  </property>
  <property fmtid="{D5CDD505-2E9C-101B-9397-08002B2CF9AE}" pid="3" name="course">
    <vt:lpwstr>wsu/psych105</vt:lpwstr>
  </property>
  <property fmtid="{D5CDD505-2E9C-101B-9397-08002B2CF9AE}" pid="4" name="filename">
    <vt:lpwstr>dev-psych-stages-slides.pptx</vt:lpwstr>
  </property>
  <property fmtid="{D5CDD505-2E9C-101B-9397-08002B2CF9AE}" pid="5" name="mime">
    <vt:lpwstr>application/vnd.openxmlformats-officedocument.presentationml.presentation</vt:lpwstr>
  </property>
  <property fmtid="{D5CDD505-2E9C-101B-9397-08002B2CF9AE}" pid="6" name="slug">
    <vt:lpwstr>wsu-psych105-dev-psych-stages-slides</vt:lpwstr>
  </property>
</Properties>
</file>